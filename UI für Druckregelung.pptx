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6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07136-C819-A1C3-F7FB-4C3AFC8DC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EB5014-DA26-D88C-3A41-47914A38D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D0D045-9910-F248-C61D-CCD6C8B8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8415ED-D6D4-9D83-A8F2-6086AA9C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BD2BEB-16C5-0846-17BB-896D1FAE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65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2868B-CDE9-E5ED-CD93-4BDA1CB9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A625A9-E3ED-7DB6-09D8-E60071C1D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B02492-E57F-99A0-E9AF-A1C69BB6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DEC07C-E6D4-A120-85B5-543A2336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69C7E6-5BB6-820C-096E-A18C4E69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70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16B97-3A4C-534B-4F32-4E0932C1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9CDC32-093C-0070-D6FB-7500E7AD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BF8951-B630-0DE7-85B6-DA2AEED9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47290-254D-ED2C-6B25-4255328E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9E4167-0A5B-3A2D-0A9C-7AD01E0F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50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4B5EB-297D-A2E5-4B6F-216BA599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3E7CA-5324-5276-BC1A-B0D27DEBF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A4A8A3-E5B2-8938-5A99-C464C5BC1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160A86-444F-6E73-458B-EDA7505D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CB22D3-E526-9010-C1A3-A84A50A0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DD76C8-6C83-F006-EE96-F3498807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64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F6904-8EAF-E3CF-9AF5-2E3E1507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7D5FED-55DD-9652-E17D-DE16DCCF7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4DC0D8-EFD8-F8FF-78DB-CDA3CD671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F595740-5B11-1BF5-208C-4B2FD49A9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5E15A2-58FD-19CA-0DFD-20E2712BD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1D66E0-1037-072F-FC7B-9118F352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8EF95A-FBB9-1FD4-9D68-88DFB0BF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618410C-C192-860D-533C-13F7BDA1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686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C5831-3B11-A05F-9278-DC13EA102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ACBAE5-B9B6-999D-29C0-9BE1ECFB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27A16F-395C-9F98-A51D-0A34D39C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95D8B5-CE67-EAA9-63C0-80EB64C1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4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50E3276-3836-D6D0-1829-7D96D605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82F6D7-AEF7-F5D9-2C88-6477933C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149872-18CC-F1EF-A599-918A3D0B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3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CFB3F-DEDE-4BFF-BEB8-33945025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1E5C39-4AEF-51DD-F2C6-050CB958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657E75-6F8F-9DD3-7B71-2802CE0DB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10795F-9C05-CE6B-E055-B12A5585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C0ADBF-1949-4E08-0F1E-264F61AB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6B8946-47C5-719C-E844-78E0D659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56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B874D-7991-E571-9615-D8E58C72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CDF4C1-3A4C-979B-D870-47C198E0B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C962FE-EC27-A7A5-317B-C293CC67F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F381EB-9449-F539-6405-3801F809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71FBEA-DAB5-8B36-AB13-CC80A9B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BE6E41-6049-2419-91CA-66FF38F7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427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87D3D-409C-19C9-7C3A-A8726739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F63A07-0A0B-A161-C166-9059CE3BB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D1A133-CE2C-9273-622A-0FD60CCD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F7B6C3-F2F3-2BA7-0D35-9DE5DB37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C52E79-3186-EF24-C655-B8BDECDB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58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3AEDA8-F8B8-CBD2-F0B6-CB759C43F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96E2E9-CB9E-662D-1AB0-06252C8EF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0517FB-AD3A-347C-746F-06AE0B42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DDB8A7-9433-7B06-46FE-4A34A60F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67FAED-C289-7C75-A911-1A3C3DE3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80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DC0D83-A63D-BD97-5712-65BDA980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F88774-0667-87EF-596B-BAB7103BF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4936F4-3010-44B9-13CA-6804CA2CC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A4C28-ACDE-4AD0-BAAF-F182B752B59C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2A4329-F6F8-3F1F-7A38-44A77E77E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717452-1D63-E100-590F-4F189BE58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07F01-0F76-4465-970D-6BC43DA4C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565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F5EA7-6ADC-30BE-1CF5-DE455C9477F7}"/>
              </a:ext>
            </a:extLst>
          </p:cNvPr>
          <p:cNvSpPr/>
          <p:nvPr/>
        </p:nvSpPr>
        <p:spPr>
          <a:xfrm>
            <a:off x="1214284" y="4562168"/>
            <a:ext cx="1573161" cy="1145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Kompressor-Symbol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37B721-693F-DB57-6726-442627CBB01F}"/>
              </a:ext>
            </a:extLst>
          </p:cNvPr>
          <p:cNvSpPr/>
          <p:nvPr/>
        </p:nvSpPr>
        <p:spPr>
          <a:xfrm>
            <a:off x="1007807" y="2959510"/>
            <a:ext cx="2000864" cy="1145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Bedientableau für Kompressor (ein/aus, Leistung)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289F6F-D7C3-BAB6-9711-EF383EC17D3B}"/>
              </a:ext>
            </a:extLst>
          </p:cNvPr>
          <p:cNvSpPr/>
          <p:nvPr/>
        </p:nvSpPr>
        <p:spPr>
          <a:xfrm>
            <a:off x="3692013" y="2989006"/>
            <a:ext cx="1769806" cy="2694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Tank-Symbol </a:t>
            </a:r>
            <a:r>
              <a:rPr lang="de-DE" dirty="0" err="1"/>
              <a:t>bzw</a:t>
            </a:r>
            <a:r>
              <a:rPr lang="de-DE" dirty="0"/>
              <a:t> Druckspeicher-Symbol.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B289D8-6453-3396-2A5F-6EACB65E27E4}"/>
              </a:ext>
            </a:extLst>
          </p:cNvPr>
          <p:cNvCxnSpPr>
            <a:stCxn id="4" idx="3"/>
          </p:cNvCxnSpPr>
          <p:nvPr/>
        </p:nvCxnSpPr>
        <p:spPr>
          <a:xfrm flipV="1">
            <a:off x="2787445" y="5093110"/>
            <a:ext cx="948813" cy="417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96B17F4-2895-CACC-E71C-0EE70A0F88B1}"/>
              </a:ext>
            </a:extLst>
          </p:cNvPr>
          <p:cNvCxnSpPr>
            <a:cxnSpLocks/>
          </p:cNvCxnSpPr>
          <p:nvPr/>
        </p:nvCxnSpPr>
        <p:spPr>
          <a:xfrm>
            <a:off x="5240594" y="5090652"/>
            <a:ext cx="5343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9D4FA870-1D45-23B4-C4C8-BEB02B1E2997}"/>
              </a:ext>
            </a:extLst>
          </p:cNvPr>
          <p:cNvSpPr/>
          <p:nvPr/>
        </p:nvSpPr>
        <p:spPr>
          <a:xfrm>
            <a:off x="6135329" y="4370439"/>
            <a:ext cx="889819" cy="417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Ventil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B8CFAC4-068C-637A-29BA-E333089008A7}"/>
              </a:ext>
            </a:extLst>
          </p:cNvPr>
          <p:cNvSpPr/>
          <p:nvPr/>
        </p:nvSpPr>
        <p:spPr>
          <a:xfrm>
            <a:off x="7762568" y="4375355"/>
            <a:ext cx="889819" cy="417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Ventil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01C13D9-1D1E-8BF0-6340-40784D5BA234}"/>
              </a:ext>
            </a:extLst>
          </p:cNvPr>
          <p:cNvSpPr/>
          <p:nvPr/>
        </p:nvSpPr>
        <p:spPr>
          <a:xfrm>
            <a:off x="9463550" y="4399936"/>
            <a:ext cx="889819" cy="417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Ventil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EF6765C-FA78-3BDB-A50F-01F010FF3D20}"/>
              </a:ext>
            </a:extLst>
          </p:cNvPr>
          <p:cNvSpPr/>
          <p:nvPr/>
        </p:nvSpPr>
        <p:spPr>
          <a:xfrm>
            <a:off x="5820696" y="2871020"/>
            <a:ext cx="1548581" cy="1012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Verbraucher-Symbol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9B271C1-2FA6-8AB7-03D0-8D8C90C19EAC}"/>
              </a:ext>
            </a:extLst>
          </p:cNvPr>
          <p:cNvSpPr/>
          <p:nvPr/>
        </p:nvSpPr>
        <p:spPr>
          <a:xfrm>
            <a:off x="7511844" y="2922639"/>
            <a:ext cx="1548581" cy="1012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Verbraucher-Symbol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296A418-BA97-0350-9361-E1DE0093A9E6}"/>
              </a:ext>
            </a:extLst>
          </p:cNvPr>
          <p:cNvSpPr/>
          <p:nvPr/>
        </p:nvSpPr>
        <p:spPr>
          <a:xfrm>
            <a:off x="9202992" y="2974258"/>
            <a:ext cx="1548581" cy="1012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Verbraucher-Symbol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CF3D563-77A0-80C6-BC0D-C50DE6C68CB2}"/>
              </a:ext>
            </a:extLst>
          </p:cNvPr>
          <p:cNvCxnSpPr>
            <a:stCxn id="11" idx="2"/>
          </p:cNvCxnSpPr>
          <p:nvPr/>
        </p:nvCxnSpPr>
        <p:spPr>
          <a:xfrm flipH="1">
            <a:off x="6563032" y="4788310"/>
            <a:ext cx="17207" cy="280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8B3E4E3-EC24-AE5A-299D-56D650F2FA1E}"/>
              </a:ext>
            </a:extLst>
          </p:cNvPr>
          <p:cNvCxnSpPr/>
          <p:nvPr/>
        </p:nvCxnSpPr>
        <p:spPr>
          <a:xfrm flipH="1">
            <a:off x="8205020" y="4812890"/>
            <a:ext cx="17207" cy="280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7555F7B-5F75-3F3E-586F-8DCF6C241DCE}"/>
              </a:ext>
            </a:extLst>
          </p:cNvPr>
          <p:cNvCxnSpPr/>
          <p:nvPr/>
        </p:nvCxnSpPr>
        <p:spPr>
          <a:xfrm flipH="1">
            <a:off x="9847008" y="4837470"/>
            <a:ext cx="17207" cy="280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prechblase: rechteckig mit abgerundeten Ecken 21">
            <a:extLst>
              <a:ext uri="{FF2B5EF4-FFF2-40B4-BE49-F238E27FC236}">
                <a16:creationId xmlns:a16="http://schemas.microsoft.com/office/drawing/2014/main" id="{A7601795-8921-7BC1-A2FE-D35BDD10722E}"/>
              </a:ext>
            </a:extLst>
          </p:cNvPr>
          <p:cNvSpPr/>
          <p:nvPr/>
        </p:nvSpPr>
        <p:spPr>
          <a:xfrm>
            <a:off x="6430297" y="5402826"/>
            <a:ext cx="2030361" cy="1174955"/>
          </a:xfrm>
          <a:prstGeom prst="wedgeRoundRectCallout">
            <a:avLst>
              <a:gd name="adj1" fmla="val -27730"/>
              <a:gd name="adj2" fmla="val -107375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Ventile können durch Draufklicken geöffnet und geschlossen werden – dann auch durch Farbumschlag anzeigen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F25CEBA-F116-980B-BDF4-156891C04A1C}"/>
              </a:ext>
            </a:extLst>
          </p:cNvPr>
          <p:cNvSpPr/>
          <p:nvPr/>
        </p:nvSpPr>
        <p:spPr>
          <a:xfrm>
            <a:off x="4075471" y="5476568"/>
            <a:ext cx="1214284" cy="1214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Druck-Messinstrument mit Zeiger </a:t>
            </a:r>
            <a:r>
              <a:rPr lang="de-DE" sz="1100"/>
              <a:t>und Zahlenanzeige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808870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Liebler, Klaus</dc:creator>
  <cp:lastModifiedBy>Liebler, Klaus</cp:lastModifiedBy>
  <cp:revision>1</cp:revision>
  <dcterms:created xsi:type="dcterms:W3CDTF">2026-08-28T06:50:16Z</dcterms:created>
  <dcterms:modified xsi:type="dcterms:W3CDTF">2026-08-28T07:08:04Z</dcterms:modified>
</cp:coreProperties>
</file>